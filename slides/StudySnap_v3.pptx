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30 classmates, 8 in 10 said their biggest struggle isn't motivation - it's knowing where to start with a wall of notes.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~12-15 hours saved per student over a 14-week semester.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UM's Academic Enhancement and Leadership Development Centre (ADeC) - the unit that rolls out learning tools campus-wide.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60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~25-30 sen per study pack -&gt; a class of 40 costs RM 10-12; pay only when it is used.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StudySnap - AWS CendekiAwan 2.0</dc:title>
  <dc:creator>StudySnap Team</dc:creator>
</cp:coreProperties>
</file>